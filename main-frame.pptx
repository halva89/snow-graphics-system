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halva/Documents/GitHub/Snow-Graphics-System/mf-cover.jpg">    </p:cNvPr>
          <p:cNvPicPr>
            <a:picLocks noChangeAspect="1"/>
          </p:cNvPicPr>
          <p:nvPr/>
        </p:nvPicPr>
        <p:blipFill>
          <a:blip r:embed="rId1"/>
          <a:srcRect l="17133" r="17133" t="0" b="0"/>
          <a:stretch/>
        </p:blipFill>
        <p:spPr>
          <a:xfrm>
            <a:off x="7680960" y="0"/>
            <a:ext cx="45079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19456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main.frame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40080" y="3246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графический движок на Rust и Vulkan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39776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движок — любая платформа. Реальный рендер, физика, анимация и термальный режим.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v0.1 · Open source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ЗАЧЕМ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Меньше зависимостей от чужих движков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4663440"/>
          </a:xfrm>
          <a:prstGeom prst="rect">
            <a:avLst>
              <a:gd name="adj" fmla="val 1176"/>
            </a:avLst>
          </a:prstGeom>
          <a:solidFill>
            <a:srgbClr val="1C1C2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main.frame — собственный, полностью контролируемый графический стек.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Свой стек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и ядро пишем сами — не связаны лицензиями и чужим API.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72200" y="2514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Понятный формат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72200" y="288036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Сцены описываются текстом .mff, читаются и правятся голыми руками.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Учебная ценность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Vulkan изнутри: пайплайны, дескрипторы, шейдеры, свопчейны.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2200" y="4206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Основа для сервера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72200" y="457200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Архитектуру готовим под будущий графический сервер и композер.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main.frame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СТЕК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Rust для надёжности · Vulkan для скорости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663440"/>
          </a:xfrm>
          <a:prstGeom prst="rect">
            <a:avLst>
              <a:gd name="adj" fmla="val 1176"/>
            </a:avLst>
          </a:prstGeom>
          <a:solidFill>
            <a:srgbClr val="1C1C2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Безопасная память без сборщика мусора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Скорость уровня C/C++ при контроле компилятора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Многопоточный рендеринг на rayon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Вся логика во владении — меньше неясных крашей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76672" cy="4663440"/>
          </a:xfrm>
          <a:prstGeom prst="rect">
            <a:avLst>
              <a:gd name="adj" fmla="val 1176"/>
            </a:avLst>
          </a:prstGeom>
          <a:solidFill>
            <a:srgbClr val="1C1C2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Vulkan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29400" y="237744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Графика через ash — тонкий, полный контроль GPU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Кроссплатформенно: Windows, Linux, macOS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MSAA, FXAA, тени, термальный блюм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Хотим — свой дисплей вместо окна ОС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6128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main.frame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АРХИТЕКТУРА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Модули, каждый за своё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103120"/>
          </a:xfrm>
          <a:prstGeom prst="rect">
            <a:avLst>
              <a:gd name="adj" fmla="val 2609"/>
            </a:avLst>
          </a:prstGeom>
          <a:solidFill>
            <a:srgbClr val="1C1C2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· движок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Engine, Scene, Object, Transform, камера и цикл кадра.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44768" y="1463040"/>
            <a:ext cx="5394960" cy="2103120"/>
          </a:xfrm>
          <a:prstGeom prst="rect">
            <a:avLst>
              <a:gd name="adj" fmla="val 2609"/>
            </a:avLst>
          </a:prstGeom>
          <a:solidFill>
            <a:srgbClr val="1C1C2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0528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 · Vulkan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10528" y="21945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Свопчейн, пайплайны, шейдеры, MSAA/FXAA, тени, отсечение.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394960" cy="2103120"/>
          </a:xfrm>
          <a:prstGeom prst="rect">
            <a:avLst>
              <a:gd name="adj" fmla="val 2609"/>
            </a:avLst>
          </a:prstGeom>
          <a:solidFill>
            <a:srgbClr val="1C1C2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069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physics · rapier3d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5262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Гравитация, упругие тела, статичные стены и кучи кубов.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44768" y="3794760"/>
            <a:ext cx="5394960" cy="2103120"/>
          </a:xfrm>
          <a:prstGeom prst="rect">
            <a:avLst>
              <a:gd name="adj" fmla="val 2609"/>
            </a:avLst>
          </a:prstGeom>
          <a:solidFill>
            <a:srgbClr val="1C1C2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4069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scene_parser · .mff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45262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Текстовый формат: окно, объекты, анимации, физика, термаль.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6128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main.frame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ФОРМАТ СЦЕН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 — это текстовый файл .mff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766560" cy="3619500"/>
          </a:xfrm>
          <a:prstGeom prst="roundRect">
            <a:avLst>
              <a:gd name="adj" fmla="val 2021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6400800" cy="3345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 1600 900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 "main.frame"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thermal true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3500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0 0.5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cube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15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-2 0.5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sphere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8096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Никакой бинарной схемы: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0" y="20116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Объекты, анимации, физика и окно — текстом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 &lt;число&gt; — температура объекта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Файл правится и перезагружается на лету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6128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main.frame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РЕНДЕРИНГ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 собирается в один пул геометрии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663440"/>
          </a:xfrm>
          <a:prstGeom prst="rect">
            <a:avLst>
              <a:gd name="adj" fmla="val 1176"/>
            </a:avLst>
          </a:prstGeom>
          <a:solidFill>
            <a:srgbClr val="1C1C2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одна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геометрия →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 кадр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Vertex/index-буфер собирается один раз, объекты рисуются одним-двумя вызовами.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Динамические viewport и scissor под любой размер окна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Карта теней и мультисэмплинг MSAA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Пост-обработка FXAA — сглаживание под любой GPU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128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main.frame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рисуем то, чего не видно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663440"/>
          </a:xfrm>
          <a:prstGeom prst="rect">
            <a:avLst>
              <a:gd name="adj" fmla="val 1176"/>
            </a:avLst>
          </a:prstGeom>
          <a:solidFill>
            <a:srgbClr val="1C1C2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View-frustum culling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 каждого объекта есть AABB. Шесть плоскостей фрустума камеры выбирают только видимые — невидимое не попадает ни в буфер, ни в draw-вызовы.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пул отрисовки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8463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Всё видимое складывается в общий буфер и рисуется минимальным числом переключений.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0" y="2377440"/>
            <a:ext cx="3291840" cy="3291840"/>
          </a:xfrm>
          <a:prstGeom prst="ellipse">
            <a:avLst/>
          </a:prstGeom>
          <a:solidFill>
            <a:srgbClr val="1A1A1F"/>
          </a:solidFill>
          <a:ln w="25400">
            <a:solidFill>
              <a:srgbClr val="FF7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8346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7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7315200" y="44805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объекты вне камеры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отсекаются до сборки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main.frame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ФИЗИКА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Мы строим миры, которые ведут себя честно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103120"/>
          </a:xfrm>
          <a:prstGeom prst="rect">
            <a:avLst>
              <a:gd name="adj" fmla="val 2609"/>
            </a:avLst>
          </a:prstGeom>
          <a:solidFill>
            <a:srgbClr val="1C1C2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48840"/>
            <a:ext cx="822960" cy="82296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1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920240" y="22402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Гравитация и силы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44768" y="1463040"/>
            <a:ext cx="5394960" cy="2103120"/>
          </a:xfrm>
          <a:prstGeom prst="rect">
            <a:avLst>
              <a:gd name="adj" fmla="val 2609"/>
            </a:avLst>
          </a:prstGeom>
          <a:solidFill>
            <a:srgbClr val="1C1C2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0528" y="2148840"/>
            <a:ext cx="822960" cy="82296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0" name="Text 8"/>
          <p:cNvSpPr/>
          <p:nvPr/>
        </p:nvSpPr>
        <p:spPr>
          <a:xfrm>
            <a:off x="6510528" y="22860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1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516368" y="22402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Упругость соударений (restitution)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94960" cy="2103120"/>
          </a:xfrm>
          <a:prstGeom prst="rect">
            <a:avLst>
              <a:gd name="adj" fmla="val 2609"/>
            </a:avLst>
          </a:prstGeom>
          <a:solidFill>
            <a:srgbClr val="1C1C2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480560"/>
            <a:ext cx="822960" cy="82296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17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1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920240" y="45720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Инерция и масса тел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44768" y="3794760"/>
            <a:ext cx="5394960" cy="2103120"/>
          </a:xfrm>
          <a:prstGeom prst="rect">
            <a:avLst>
              <a:gd name="adj" fmla="val 2609"/>
            </a:avLst>
          </a:prstGeom>
          <a:solidFill>
            <a:srgbClr val="1C1C2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0528" y="4480560"/>
            <a:ext cx="822960" cy="82296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4617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1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516368" y="45720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Статичные стены и кучи кубов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6128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main.frame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АНИМАЦИЯ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Клавиши, интерполяция, движение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663440"/>
          </a:xfrm>
          <a:prstGeom prst="rect">
            <a:avLst>
              <a:gd name="adj" fmla="val 1176"/>
            </a:avLst>
          </a:prstGeom>
          <a:solidFill>
            <a:srgbClr val="1C1C2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Keyframe-система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Время и позиция в каждой ключевой точке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Цвет тоже анимируется — объект «дышит»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Плавная интерполяция между кадрами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Параллельная обработка объектов через rayon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76672" cy="4663440"/>
          </a:xfrm>
          <a:prstGeom prst="rect">
            <a:avLst>
              <a:gd name="adj" fmla="val 1176"/>
            </a:avLst>
          </a:prstGeom>
          <a:solidFill>
            <a:srgbClr val="1C1C2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.mff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2286000"/>
            <a:ext cx="4937760" cy="2072640"/>
          </a:xfrm>
          <a:prstGeom prst="roundRect">
            <a:avLst>
              <a:gd name="adj" fmla="val 3529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423160"/>
            <a:ext cx="4572000" cy="1798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animate cube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keyframe 0.0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 0 3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 1 0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keyframe 2.0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 3 5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 1 1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6128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main.frame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ТЕПЛОВИЗОР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Смотри на мир в тепле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Холод = тёмно-синий · тёплый = красный · горячий = жёлтый · очень горячий = белый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848612" cy="2377440"/>
          </a:xfrm>
          <a:prstGeom prst="rect">
            <a:avLst/>
          </a:prstGeom>
          <a:solidFill>
            <a:srgbClr val="001133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97252" y="2011680"/>
            <a:ext cx="1848612" cy="2377440"/>
          </a:xfrm>
          <a:prstGeom prst="rect">
            <a:avLst/>
          </a:prstGeom>
          <a:solidFill>
            <a:srgbClr val="003366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45864" y="2011680"/>
            <a:ext cx="1848612" cy="2377440"/>
          </a:xfrm>
          <a:prstGeom prst="rect">
            <a:avLst/>
          </a:prstGeom>
          <a:solidFill>
            <a:srgbClr val="CC000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2011680"/>
            <a:ext cx="1848612" cy="2377440"/>
          </a:xfrm>
          <a:prstGeom prst="rect">
            <a:avLst/>
          </a:prstGeom>
          <a:solidFill>
            <a:srgbClr val="FF660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43088" y="2011680"/>
            <a:ext cx="1848612" cy="2377440"/>
          </a:xfrm>
          <a:prstGeom prst="rect">
            <a:avLst/>
          </a:prstGeom>
          <a:solidFill>
            <a:srgbClr val="FFCC0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91700" y="2011680"/>
            <a:ext cx="184861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Температура объекта задаётся прямо в .mff: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 &lt;число&gt; — перед фигурой. Включение режима — thermal true.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main.frame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ТЕПЛОВИЗОР · МЕХАНИКА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Сияние и распределение тепла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663440"/>
          </a:xfrm>
          <a:prstGeom prst="rect">
            <a:avLst>
              <a:gd name="adj" fmla="val 1176"/>
            </a:avLst>
          </a:prstGeom>
          <a:solidFill>
            <a:srgbClr val="1C1C2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Настоящее сияние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Аддитивный блюм вокруг горячих объектов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 кольца: тёплый ореол + белое ядро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Почти чёрный фон для контраста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Объекты светят сами — без диффуза и теней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76672" cy="4663440"/>
          </a:xfrm>
          <a:prstGeom prst="rect">
            <a:avLst>
              <a:gd name="adj" fmla="val 1176"/>
            </a:avLst>
          </a:prstGeom>
          <a:solidFill>
            <a:srgbClr val="1C1C2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Распределение тепла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2940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объект имеет свой радиус влияния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Динамическая диффузия во времени (dt)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Горячий объект греет соседей — тепло идёт по цепочке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Шум датчика на фрагменте — «приборный» вид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6128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main.frame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КРОССПЛАТФОРМЕННОСТЬ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код — Windows, Linux, macOS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1325880"/>
          </a:xfrm>
          <a:prstGeom prst="rect">
            <a:avLst>
              <a:gd name="adj" fmla="val 4138"/>
            </a:avLst>
          </a:prstGeom>
          <a:solidFill>
            <a:srgbClr val="1C1C2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1907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937760" y="1719072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основная сборочная платформа разработки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1091672" cy="1325880"/>
          </a:xfrm>
          <a:prstGeom prst="rect">
            <a:avLst>
              <a:gd name="adj" fmla="val 4138"/>
            </a:avLst>
          </a:prstGeom>
          <a:solidFill>
            <a:srgbClr val="1C1C2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7355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· x86_64 + ARM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937760" y="3273552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apt/dnf, GLFW X11+Wayland, Vulkan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1091672" cy="1325880"/>
          </a:xfrm>
          <a:prstGeom prst="rect">
            <a:avLst>
              <a:gd name="adj" fmla="val 4138"/>
            </a:avLst>
          </a:prstGeom>
          <a:solidFill>
            <a:srgbClr val="1C1C20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82803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macOS · Apple Silicon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37760" y="4828032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Vulkan через Metal — MoltenVK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1447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CI-сборка · локальные скрипты build-linux.sh / build-macos.sh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6128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main.frame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ДОРОЖНАЯ КАРТА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движка к платформе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0515600" cy="0"/>
          </a:xfrm>
          <a:prstGeom prst="line">
            <a:avLst/>
          </a:prstGeom>
          <a:noFill/>
          <a:ln w="38100">
            <a:solidFill>
              <a:srgbClr val="2A2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542032"/>
            <a:ext cx="411480" cy="41148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стабильный релиз, кросплатформенность, заморозка .mff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2542032"/>
            <a:ext cx="411480" cy="41148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Редактор сцен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329184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визуальный редактор для формата .mff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880" y="2542032"/>
            <a:ext cx="411480" cy="41148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Графический сервер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329184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движок как композер/дисплей-сервер на своей ОС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829800" y="2542032"/>
            <a:ext cx="411480" cy="41148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5" name="Text 13"/>
          <p:cNvSpPr/>
          <p:nvPr/>
        </p:nvSpPr>
        <p:spPr>
          <a:xfrm>
            <a:off x="900684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и моды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06840" y="329184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модульность и расширения для сообщества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main.frame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РАЗРАБОТАНО ВНУТРИ ПРОЕКТА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уже умеет main.frame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3291840"/>
          </a:xfrm>
          <a:prstGeom prst="rect">
            <a:avLst>
              <a:gd name="adj" fmla="val 2222"/>
            </a:avLst>
          </a:prstGeom>
          <a:solidFill>
            <a:srgbClr val="1A1A1F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Vulkan · тени · MSAA · FXAA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culling · физика rapier · анимация · формат .mff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термальный режим · сияние · распределение тепла · шум датчика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это только начало.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61288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main.frame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main.frame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Rust · Vulkan · .mff · термальный режим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9A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Попробуйте сцену assets/thermal.mff — и посмотрите мир в тепле.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2026-09-30T17:53:45Z</dcterms:created>
  <dcterms:modified xsi:type="dcterms:W3CDTF">2026-09-30T17:53:45Z</dcterms:modified>
</cp:coreProperties>
</file>